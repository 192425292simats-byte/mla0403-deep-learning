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1B24-A25F-8E92-E21C-7F7A7C329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41B13-CF71-8470-B1F3-32BD0E593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F485-8C86-EE12-63A4-260D84E0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B952-4BC9-EEC7-36CD-3AC8D747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68E4F-D2A6-29EC-282D-B13B3E5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00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8A7E-675C-519C-3FA8-D4AAD5FD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40CB-EE97-171A-0D21-387F42F13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8AF5-0C51-B565-C874-4065A1765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59249-1370-4C3C-BE05-01798D4D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E9CF-764B-8642-05CE-743EC904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9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ACD3-6795-5387-73DF-4E965B93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EBFFB-FBC1-8790-B62D-52BEDB52C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B72AB-37F8-E917-CAF1-9D28A3F0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7EF5-AE5A-46C7-36C6-533EAD55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0564C-273F-054B-CA23-9CEC79BB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0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C656-885C-BD7D-FEAC-222729A1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9DBA-A3B1-8169-7E05-7832297A3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1EFD9-8637-0ABD-6AA3-B8625205B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934A3-B947-8739-BC80-5651D5E2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2599A-6E44-F65E-2FCE-7278CC88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AE5F6-6F0C-A723-3B49-C38A806F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26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961E-A337-36E6-59BF-42EEF8BA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DE110-AA49-F359-615B-F7A0B36E2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9ED21-7D00-0DB5-43BB-60946C839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1595C-3EC3-D517-762F-6BF11C7E0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288DE-4CBE-9390-2905-6557AD0B6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CCC8E-E098-C7B2-0CFE-05379BD0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375E6-E150-0CEE-9E40-D782AF06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E7CDF-5B55-FD45-B7DE-028EDCA0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7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B71D-F8F8-244C-1DC6-209B767B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B4A37-96C3-1F1C-282B-9D64D93C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1F921-4490-75FC-C30D-611A6B4B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02777-098C-7A6D-71BD-B8F240332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42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49B10-73FB-5FDE-EBCC-E58ABBA2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60FA9-72EB-441D-BC52-B2003E7A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68656-B403-2DDA-CC69-EBBA10F9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41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6CC0-5285-F033-A598-62826F02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5F0B-828B-1EE5-AE8D-5C9B5F481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D2444-3F66-E173-E5B6-9D82745EA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230F7-F080-CB17-807E-E02EEACC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2FF41-136D-27F6-A75B-29BACF02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2970-00EB-344B-AC21-AD8E5F54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9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784A-119A-1710-2EBB-96C6F23C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32C03-44F1-4EC4-50D4-63F902C44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34848-EE55-2DC5-5AA6-E41616EB9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61EBE-3DEE-8E1E-F663-CCCEDB97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EFF71-269F-6958-9A74-5862FA57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8A9C1-8587-07E7-0853-27584717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04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4F2D-F6E0-6AA7-BC6E-450383F8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D8A38-C12A-0AC3-D902-EAB2018B2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F4DFA-B613-F671-2EF5-F8057793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91828-45C5-1DB9-AD12-1F7FB47F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84670-39BC-7A82-4E97-EFF4D628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4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60A55D-73F4-1111-F77A-CDBBE710F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421EE-13B3-2003-A27C-6C5B13A9A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1C93-5502-8E24-1F58-42AA0B90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245F0-6BF1-FBE0-8BB0-C596210E7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2803-7F9A-5EFF-6A07-EE4353C1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269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DC447-E5B6-2FF7-6227-DC08BF193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BC367-C08B-FF96-E44B-AD9952274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34000-1259-1FD9-EB3E-623D8C1E1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1387-59ED-432B-AC14-68AD2BE5368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6EFC-5164-FE77-4BF5-37B2573B8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B8658-114F-20B1-1403-8704DC585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7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2744E2-EFA5-C2D4-2DBC-109B213511B8}"/>
              </a:ext>
            </a:extLst>
          </p:cNvPr>
          <p:cNvSpPr txBox="1"/>
          <p:nvPr/>
        </p:nvSpPr>
        <p:spPr>
          <a:xfrm>
            <a:off x="931333" y="2311403"/>
            <a:ext cx="10143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– Reinforcement Learning Adaptive Cybersecurity Defense System using MTCNN in Deep Learning </a:t>
            </a:r>
            <a:endParaRPr lang="en-IN" sz="2000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09415-E54B-0635-6625-A228B8C9B5DD}"/>
              </a:ext>
            </a:extLst>
          </p:cNvPr>
          <p:cNvSpPr txBox="1"/>
          <p:nvPr/>
        </p:nvSpPr>
        <p:spPr>
          <a:xfrm>
            <a:off x="7704667" y="4927598"/>
            <a:ext cx="4233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M – 192425291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Narasimha Reddy Y – 192425281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Vanneti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Sunil Kumar - 192425292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1A948-F67D-E056-442C-0596990A5793}"/>
              </a:ext>
            </a:extLst>
          </p:cNvPr>
          <p:cNvSpPr txBox="1"/>
          <p:nvPr/>
        </p:nvSpPr>
        <p:spPr>
          <a:xfrm>
            <a:off x="567267" y="5494868"/>
            <a:ext cx="3268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Supervised By:</a:t>
            </a:r>
          </a:p>
          <a:p>
            <a:r>
              <a:rPr lang="en-US" dirty="0"/>
              <a:t>Dr . A Arul Kumar </a:t>
            </a:r>
            <a:endParaRPr lang="en-IN" dirty="0"/>
          </a:p>
        </p:txBody>
      </p:sp>
      <p:pic>
        <p:nvPicPr>
          <p:cNvPr id="19" name="Picture 18" descr="SSE-Computer Science and Engineering">
            <a:extLst>
              <a:ext uri="{FF2B5EF4-FFF2-40B4-BE49-F238E27FC236}">
                <a16:creationId xmlns:a16="http://schemas.microsoft.com/office/drawing/2014/main" id="{E43272F9-6C17-36D5-4335-4ABBB410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42335"/>
            <a:ext cx="11895667" cy="9036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F4EA53-9B57-8478-3AD6-BBA67F8EF610}"/>
              </a:ext>
            </a:extLst>
          </p:cNvPr>
          <p:cNvSpPr txBox="1"/>
          <p:nvPr/>
        </p:nvSpPr>
        <p:spPr>
          <a:xfrm>
            <a:off x="3513667" y="1286936"/>
            <a:ext cx="505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MLA0403 – Deep Learning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24234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29DB8C50-BEF2-E99E-2883-8D8E34B7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5C9E0D-36D6-6495-D830-E7219CDE7133}"/>
              </a:ext>
            </a:extLst>
          </p:cNvPr>
          <p:cNvSpPr txBox="1"/>
          <p:nvPr/>
        </p:nvSpPr>
        <p:spPr>
          <a:xfrm>
            <a:off x="516463" y="2159001"/>
            <a:ext cx="11489267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intelligent cybersecurity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deep learning.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reinforcement learning to adapt to evolving cyber threats.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MTCNN for efficient feature extraction and pattern detection.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learns from network activities and attack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cyberattacks with improved accuracy and speed.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4E73F-25B2-CE4B-2B62-02E3F7D297E7}"/>
              </a:ext>
            </a:extLst>
          </p:cNvPr>
          <p:cNvSpPr txBox="1"/>
          <p:nvPr/>
        </p:nvSpPr>
        <p:spPr>
          <a:xfrm>
            <a:off x="2734733" y="1176867"/>
            <a:ext cx="596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 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12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4D4E0263-786C-7619-0825-630205CCE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04A8D8-D697-AF39-290D-A5E5A5B0E974}"/>
              </a:ext>
            </a:extLst>
          </p:cNvPr>
          <p:cNvSpPr txBox="1"/>
          <p:nvPr/>
        </p:nvSpPr>
        <p:spPr>
          <a:xfrm>
            <a:off x="4495801" y="1100663"/>
            <a:ext cx="338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 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B083D-753E-4993-8C33-CE1ACEEEB079}"/>
              </a:ext>
            </a:extLst>
          </p:cNvPr>
          <p:cNvSpPr txBox="1"/>
          <p:nvPr/>
        </p:nvSpPr>
        <p:spPr>
          <a:xfrm>
            <a:off x="237067" y="1837267"/>
            <a:ext cx="11684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adaptive cybersecurity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prevent cyber threats in real time.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reinforcement learning for continuous system improvement.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network security using deep learning and MTCNN.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cyberattacks with high accuracy.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and adapt to new threats automatically.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and false negatives.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real-time response and overall network security.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54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F6365A53-4BCB-AB2D-3296-5235BFB5B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C8257C-FE2E-6927-6F5C-6D7CE3315626}"/>
              </a:ext>
            </a:extLst>
          </p:cNvPr>
          <p:cNvSpPr txBox="1"/>
          <p:nvPr/>
        </p:nvSpPr>
        <p:spPr>
          <a:xfrm>
            <a:off x="427566" y="2883507"/>
            <a:ext cx="11303000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is essential to protect digital systems from increasing cyber threats.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methods are often ineffective against new and evolving attacks.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intelligent detection of complex attack patterns.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helps the system learn and adapt from previous experiences.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 is used for efficient feature extraction and improved threat identification.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an adaptive, accurate, and real-time cybersecurity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7D52D-5445-4D50-8747-A8ACAF78C0FA}"/>
              </a:ext>
            </a:extLst>
          </p:cNvPr>
          <p:cNvSpPr txBox="1"/>
          <p:nvPr/>
        </p:nvSpPr>
        <p:spPr>
          <a:xfrm>
            <a:off x="2971800" y="1295400"/>
            <a:ext cx="5452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0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37425EEB-08D7-E06E-4C76-9E6D6302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4D7A0-60FC-0377-FC8D-DABBE72B1C20}"/>
              </a:ext>
            </a:extLst>
          </p:cNvPr>
          <p:cNvSpPr txBox="1"/>
          <p:nvPr/>
        </p:nvSpPr>
        <p:spPr>
          <a:xfrm>
            <a:off x="3513667" y="1168400"/>
            <a:ext cx="4936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F91DC-E97A-AFF9-F8CB-F0F45EB64FCB}"/>
              </a:ext>
            </a:extLst>
          </p:cNvPr>
          <p:cNvSpPr txBox="1"/>
          <p:nvPr/>
        </p:nvSpPr>
        <p:spPr>
          <a:xfrm>
            <a:off x="279400" y="2650068"/>
            <a:ext cx="11463867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Traditional cybersecurity systems cannot effectively detect evolving cyber threats.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 false alarm rates reduce the efficiency of security monitoring.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Static </a:t>
            </a:r>
            <a:r>
              <a:rPr lang="en-IN" dirty="0" err="1"/>
              <a:t>defense</a:t>
            </a:r>
            <a:r>
              <a:rPr lang="en-IN" dirty="0"/>
              <a:t> mechanisms fail to adapt to new attack patterns.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There is a need for an intelligent, real-time, adaptive cybersecurity </a:t>
            </a:r>
            <a:r>
              <a:rPr lang="en-IN" dirty="0" err="1"/>
              <a:t>defense</a:t>
            </a:r>
            <a:r>
              <a:rPr lang="en-IN" dirty="0"/>
              <a:t> system using deep learning and reinforcement learning.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454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C9B2-EC6D-A238-0D1A-EF2AA329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7A5219-1B92-D799-3ADA-E7FF259FA913}"/>
              </a:ext>
            </a:extLst>
          </p:cNvPr>
          <p:cNvSpPr/>
          <p:nvPr/>
        </p:nvSpPr>
        <p:spPr>
          <a:xfrm>
            <a:off x="626535" y="1176867"/>
            <a:ext cx="2895599" cy="33323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D40D0320-735D-01E9-0CEA-7E35159E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6B266B-F5B0-0DF3-4A1D-28DD73D8EA16}"/>
              </a:ext>
            </a:extLst>
          </p:cNvPr>
          <p:cNvSpPr txBox="1"/>
          <p:nvPr/>
        </p:nvSpPr>
        <p:spPr>
          <a:xfrm>
            <a:off x="601135" y="1109990"/>
            <a:ext cx="298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4C6767-36AA-7190-A179-AA5C57EA6C86}"/>
              </a:ext>
            </a:extLst>
          </p:cNvPr>
          <p:cNvSpPr/>
          <p:nvPr/>
        </p:nvSpPr>
        <p:spPr>
          <a:xfrm>
            <a:off x="4758266" y="996952"/>
            <a:ext cx="2895599" cy="60324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Module 2: Data Preprocessing &amp; Feature Extraction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B0078E-3D6C-3207-A278-45F8B9F07B05}"/>
              </a:ext>
            </a:extLst>
          </p:cNvPr>
          <p:cNvSpPr/>
          <p:nvPr/>
        </p:nvSpPr>
        <p:spPr>
          <a:xfrm>
            <a:off x="8509005" y="996953"/>
            <a:ext cx="2895599" cy="53007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Module 3: Deep Learning &amp; Reinforcement Learning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134B07-D5E0-70FC-73FC-D59A7ADC2B7C}"/>
              </a:ext>
            </a:extLst>
          </p:cNvPr>
          <p:cNvSpPr/>
          <p:nvPr/>
        </p:nvSpPr>
        <p:spPr>
          <a:xfrm>
            <a:off x="2142070" y="3722614"/>
            <a:ext cx="2895599" cy="54914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Module 4: Threat Detection &amp; Classification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E746B9-5D82-D6BB-29EC-4B74A7713F69}"/>
              </a:ext>
            </a:extLst>
          </p:cNvPr>
          <p:cNvSpPr/>
          <p:nvPr/>
        </p:nvSpPr>
        <p:spPr>
          <a:xfrm>
            <a:off x="7501465" y="3790043"/>
            <a:ext cx="2895599" cy="48171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Module 5: Adaptive </a:t>
            </a:r>
            <a:r>
              <a:rPr lang="en-IN" dirty="0" err="1">
                <a:solidFill>
                  <a:schemeClr val="tx1"/>
                </a:solidFill>
              </a:rPr>
              <a:t>Defense</a:t>
            </a:r>
            <a:r>
              <a:rPr lang="en-IN" dirty="0">
                <a:solidFill>
                  <a:schemeClr val="tx1"/>
                </a:solidFill>
              </a:rPr>
              <a:t> &amp; Monitoring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BA9249-17F7-9A1F-7947-536B740779F6}"/>
              </a:ext>
            </a:extLst>
          </p:cNvPr>
          <p:cNvSpPr/>
          <p:nvPr/>
        </p:nvSpPr>
        <p:spPr>
          <a:xfrm>
            <a:off x="482601" y="1634067"/>
            <a:ext cx="3420524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Collect network traffic and security log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Gather normal and malicious activity datasets.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data for training and testing.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Validate dataset quality.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D2D2FE-8B8E-2693-95A3-7246BE5BF3CB}"/>
              </a:ext>
            </a:extLst>
          </p:cNvPr>
          <p:cNvSpPr/>
          <p:nvPr/>
        </p:nvSpPr>
        <p:spPr>
          <a:xfrm>
            <a:off x="8509005" y="1655234"/>
            <a:ext cx="2895599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Train the deep learning model.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Implement reinforcement learning agent.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Learn attack patterns continuously.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Update security policies dynamically.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B1DC52-9D6F-8121-B2A1-88F9A27BEAD1}"/>
              </a:ext>
            </a:extLst>
          </p:cNvPr>
          <p:cNvSpPr/>
          <p:nvPr/>
        </p:nvSpPr>
        <p:spPr>
          <a:xfrm>
            <a:off x="4758265" y="1682147"/>
            <a:ext cx="2895599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Remove missing and duplicate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Normalize and clean the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Use MTCNN for feature extraction.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Prepare data for model training.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BC477CD-1B21-7B98-EFFE-CE9855CB30C5}"/>
              </a:ext>
            </a:extLst>
          </p:cNvPr>
          <p:cNvSpPr/>
          <p:nvPr/>
        </p:nvSpPr>
        <p:spPr>
          <a:xfrm>
            <a:off x="7501465" y="4361860"/>
            <a:ext cx="2895599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Automatically block detected attacks.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Monitor network continuously.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Update </a:t>
            </a:r>
            <a:r>
              <a:rPr lang="en-IN" sz="1400" dirty="0" err="1"/>
              <a:t>defense</a:t>
            </a:r>
            <a:r>
              <a:rPr lang="en-IN" sz="1400" dirty="0"/>
              <a:t> strategies based on learning.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Generate security reports and logs.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16311E-5EA6-7ACF-6B97-2B93B9380443}"/>
              </a:ext>
            </a:extLst>
          </p:cNvPr>
          <p:cNvSpPr/>
          <p:nvPr/>
        </p:nvSpPr>
        <p:spPr>
          <a:xfrm>
            <a:off x="2074334" y="4361860"/>
            <a:ext cx="2895599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Detect cyberattacks in real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Classify attack types accurately.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 false positives.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 threat alerts.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62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1C2EE73-077C-88C6-EE16-C5B4611D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4F408C-58D1-65E5-B7D7-0EA22C2A6F6E}"/>
              </a:ext>
            </a:extLst>
          </p:cNvPr>
          <p:cNvSpPr txBox="1"/>
          <p:nvPr/>
        </p:nvSpPr>
        <p:spPr>
          <a:xfrm>
            <a:off x="423333" y="3141135"/>
            <a:ext cx="108288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advanced AI-based cybersecurity technologies.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secure digital infrastructure.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digital systems from cyber threats.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trust, privacy, and data security.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17 – Partnerships for the Goals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collaboration in cybersecurity research.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knowledge sharing and innovation in AI security.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3C5FB-BE37-69B5-6BF9-893AEC1DBB8D}"/>
              </a:ext>
            </a:extLst>
          </p:cNvPr>
          <p:cNvSpPr txBox="1"/>
          <p:nvPr/>
        </p:nvSpPr>
        <p:spPr>
          <a:xfrm>
            <a:off x="2535766" y="1210129"/>
            <a:ext cx="712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SDG Goals (Sustainable Development Goals)</a:t>
            </a:r>
          </a:p>
        </p:txBody>
      </p:sp>
    </p:spTree>
    <p:extLst>
      <p:ext uri="{BB962C8B-B14F-4D97-AF65-F5344CB8AC3E}">
        <p14:creationId xmlns:p14="http://schemas.microsoft.com/office/powerpoint/2010/main" val="1642295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E57A0-B102-46E8-03D8-99E838C2F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31333"/>
            <a:ext cx="12259733" cy="5926667"/>
          </a:xfrm>
          <a:prstGeom prst="rect">
            <a:avLst/>
          </a:prstGeom>
        </p:spPr>
      </p:pic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7AEA7160-C9A7-4573-D391-F9D988DC5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7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2AFCF4F-83EE-085A-CEC2-0609482D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0E6BFE-9364-B81C-BE6E-F013261A9A00}"/>
              </a:ext>
            </a:extLst>
          </p:cNvPr>
          <p:cNvSpPr txBox="1"/>
          <p:nvPr/>
        </p:nvSpPr>
        <p:spPr>
          <a:xfrm>
            <a:off x="262467" y="3547534"/>
            <a:ext cx="113453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intelligent cybersecurity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deep learning and reinforcement learning.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 improves feature extraction for accurate threat detection.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adapts to new and evolving cyberattacks automatically.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detection, faster response, and improved network security.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alarms and enhances overall cybersecurity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scalable and reliable solution for modern cyber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32BFE-78E9-1606-EE68-5A3D0009423F}"/>
              </a:ext>
            </a:extLst>
          </p:cNvPr>
          <p:cNvSpPr txBox="1"/>
          <p:nvPr/>
        </p:nvSpPr>
        <p:spPr>
          <a:xfrm>
            <a:off x="2641600" y="1215420"/>
            <a:ext cx="5621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71669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HD Images for PPT and Social Media | Minimalist thank you design,  Stick figure thank you card, Thank you card ideas">
            <a:extLst>
              <a:ext uri="{FF2B5EF4-FFF2-40B4-BE49-F238E27FC236}">
                <a16:creationId xmlns:a16="http://schemas.microsoft.com/office/drawing/2014/main" id="{6E4796F7-51AE-7BB1-B839-DB19F2A90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266" y="-25400"/>
            <a:ext cx="12251266" cy="6883400"/>
          </a:xfrm>
          <a:prstGeom prst="roundRect">
            <a:avLst>
              <a:gd name="adj" fmla="val 190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9474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55</TotalTime>
  <Words>580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Narasimha reddy</dc:creator>
  <cp:lastModifiedBy>Narasimha reddy</cp:lastModifiedBy>
  <cp:revision>1</cp:revision>
  <dcterms:created xsi:type="dcterms:W3CDTF">2026-08-03T04:27:20Z</dcterms:created>
  <dcterms:modified xsi:type="dcterms:W3CDTF">2026-08-03T05:22:28Z</dcterms:modified>
</cp:coreProperties>
</file>